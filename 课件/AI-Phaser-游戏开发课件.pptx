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2743200" cy="2743200"/>
          </a:xfrm>
          <a:prstGeom prst="oval">
            <a:avLst/>
          </a:prstGeom>
          <a:solidFill>
            <a:srgbClr val="7FDBC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200400"/>
            <a:ext cx="1828800" cy="1828800"/>
          </a:xfrm>
          <a:prstGeom prst="oval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657600"/>
            <a:ext cx="1371600" cy="1371600"/>
          </a:xfrm>
          <a:prstGeom prst="oval">
            <a:avLst/>
          </a:prstGeom>
          <a:solidFill>
            <a:srgbClr val="A855F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914400"/>
            <a:ext cx="5486400" cy="3200400"/>
          </a:xfrm>
          <a:prstGeom prst="rectangle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0" y="1051560"/>
            <a:ext cx="320040" cy="32004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7" name="Shape 5"/>
          <p:cNvSpPr/>
          <p:nvPr/>
        </p:nvSpPr>
        <p:spPr>
          <a:xfrm>
            <a:off x="3520440" y="1051560"/>
            <a:ext cx="320040" cy="320040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0" y="1051560"/>
            <a:ext cx="320040" cy="320040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051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554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+ </a:t>
            </a:r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Phaser</a:t>
            </a:r>
            <a:pPr algn="ctr"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游戏开发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18288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塔防游戏实战课件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2926080"/>
            <a:ext cx="2743200" cy="36576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⏱ 90分钟双节课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oval">
            <a:avLst/>
          </a:prstGeom>
          <a:solidFill>
            <a:srgbClr val="7FDBC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课程信息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786384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课程概览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6949440" cy="201168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目标受众：AI 辅助开发课程学员（已掌握 superpowers 理论）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前置知识：superpowers 工作流、Unity/Unreal 游戏开发经验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课时安排：双节课 90 分钟，连续进行无休息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输出形式：HTML 网页课件（可嵌入代码和游戏演示）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3566160"/>
            <a:ext cx="3291840" cy="365760"/>
          </a:xfrm>
          <a:prstGeom prst="roundedRect">
            <a:avLst>
              <a:gd name="adj" fmla="val 50000"/>
            </a:avLst>
          </a:prstGeom>
          <a:solidFill>
            <a:srgbClr val="7FDBCA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3566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✅ 核心目标：完成塔防游戏原型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1828800" cy="1828800"/>
          </a:xfrm>
          <a:prstGeom prst="oval">
            <a:avLst/>
          </a:prstGeom>
          <a:solidFill>
            <a:srgbClr val="FF6B6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4114800"/>
            <a:ext cx="1371600" cy="1371600"/>
          </a:xfrm>
          <a:prstGeom prst="oval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F8FAFC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第一节课 5min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7863840" cy="36576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superpowers 快速回顾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97280" y="1554480"/>
            <a:ext cx="100584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1554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using-super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4884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60320" y="1554480"/>
            <a:ext cx="100584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554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1188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023360" y="1554480"/>
            <a:ext cx="100584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1554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7492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486400" y="1554480"/>
            <a:ext cx="100584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0" y="1554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15544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949440" y="1554480"/>
            <a:ext cx="100584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55448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377440"/>
            <a:ext cx="6949440" cy="182880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brainstorming：需求分析、方案设计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systematic-debugging：Bug 修复、问题定位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verification：功能验证、完成确认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1828800" cy="1828800"/>
          </a:xfrm>
          <a:prstGeom prst="oval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第一节课 15min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786384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Unity/Unreal vs Phaser 对比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3383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维度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BC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Unity/Unreal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BCA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Phaser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BCA">
                        <a:alpha val="10000"/>
                      </a:srgbClr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运行平台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桌面/移动/主机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浏览器（无需安装）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开发语言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C# / C++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JavaScript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学习曲线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较陡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较平（HTML+JS即可）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项目规模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大型 3D 游戏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中小型 2D 游戏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AI 协作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代码量多，协作复杂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55F7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代码精简，迭代快速</a:t>
                      </a:r>
                      <a:endParaRPr lang="en-US" sz="11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286000" cy="2286000"/>
          </a:xfrm>
          <a:prstGeom prst="oval">
            <a:avLst/>
          </a:prstGeom>
          <a:solidFill>
            <a:srgbClr val="7FDBC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1828800" cy="1828800"/>
          </a:xfrm>
          <a:prstGeom prst="oval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Phaser 介绍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786384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什么是 Phaser？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6949440" cy="182880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轻量级 HTML5 2D 游戏框架，专为浏览器游戏设计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核心能力：游戏循环、精灵渲染、物理引擎、动画、音频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技术栈：HTML + JavaScript + Canvas/WebGL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适合 AI 协作：代码结构简单、单文件可运行、修改即时可见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3383280"/>
            <a:ext cx="365760" cy="36576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3383280"/>
            <a:ext cx="365760" cy="365760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📱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31920" y="3383280"/>
            <a:ext cx="365760" cy="365760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39319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3383280"/>
            <a:ext cx="365760" cy="365760"/>
          </a:xfrm>
          <a:prstGeom prst="oval">
            <a:avLst/>
          </a:prstGeom>
          <a:solidFill>
            <a:srgbClr val="A855F7"/>
          </a:solidFill>
          <a:ln/>
        </p:spPr>
      </p:sp>
      <p:sp>
        <p:nvSpPr>
          <p:cNvPr id="17" name="Text 15"/>
          <p:cNvSpPr/>
          <p:nvPr/>
        </p:nvSpPr>
        <p:spPr>
          <a:xfrm>
            <a:off x="46177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🧠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1828800" cy="1828800"/>
          </a:xfrm>
          <a:prstGeom prst="oval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657600"/>
            <a:ext cx="1828800" cy="1828800"/>
          </a:xfrm>
          <a:prstGeom prst="oval">
            <a:avLst/>
          </a:prstGeom>
          <a:solidFill>
            <a:srgbClr val="FF6B6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F8FAFC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第一节课 5min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7863840" cy="36576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game-engine skill 简介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4572000" cy="164592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技能定位：项目特定技能，提供 Phaser 游戏开发知识库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核心内容：游戏循环、物理碰撞、精灵动画、音频处理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模板资源：paddle-game、platform-game 等可直接调用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触发方式：/game-engine 或描述游戏开发需求自动触发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291840"/>
            <a:ext cx="7315200" cy="731520"/>
          </a:xfrm>
          <a:prstGeom prst="rectangle">
            <a:avLst/>
          </a:prstGeom>
          <a:solidFill>
            <a:srgbClr val="0D1117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3337560"/>
            <a:ext cx="7132320" cy="64008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/game-engine</a:t>
            </a:r>
            <a:pPr algn="l"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 </a:t>
            </a:r>
            <a:pPr algn="l"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tower-defense game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286000" cy="2286000"/>
          </a:xfrm>
          <a:prstGeom prst="oval">
            <a:avLst/>
          </a:prstGeom>
          <a:solidFill>
            <a:srgbClr val="7FDBCA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第一节课 10min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786384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游戏开发 AI 协作技巧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6949440" cy="128016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提示词范式："创建一个塔防游戏，使用 Phaser，包含波次系统"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分阶段策略：先核心 → 再扩展 → 最后优化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迭代优化：描述具体问题 → AI 定位 → 修改验证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2880360"/>
            <a:ext cx="118872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743200" y="2880360"/>
            <a:ext cx="118872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97764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89120" y="2880360"/>
            <a:ext cx="118872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23560" y="2880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35040" y="2880360"/>
            <a:ext cx="1188720" cy="594360"/>
          </a:xfrm>
          <a:prstGeom prst="roundedRect">
            <a:avLst>
              <a:gd name="adj" fmla="val 15385"/>
            </a:avLst>
          </a:prstGeom>
          <a:solidFill>
            <a:srgbClr val="7FDBC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8803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1828800" cy="1828800"/>
          </a:xfrm>
          <a:prstGeom prst="oval">
            <a:avLst/>
          </a:prstGeom>
          <a:solidFill>
            <a:srgbClr val="FF6B6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0" cy="1371600"/>
          </a:xfrm>
          <a:prstGeom prst="oval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F8FAFC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第一节课 10min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777240"/>
            <a:ext cx="7863840" cy="36576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塔防游戏设计示范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使用 brainstorming skill 实际演示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645920" y="201168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2" name="Text 10"/>
          <p:cNvSpPr/>
          <p:nvPr/>
        </p:nvSpPr>
        <p:spPr>
          <a:xfrm>
            <a:off x="1965960" y="19659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描述游戏概念 → AI 提问澄清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560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45920" y="260604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25603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提出 2-3 种设计方案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15468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645920" y="320040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8" name="Text 16"/>
          <p:cNvSpPr/>
          <p:nvPr/>
        </p:nvSpPr>
        <p:spPr>
          <a:xfrm>
            <a:off x="1965960" y="3154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用户选择方案 → AI 展示设计细节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645920" y="379476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21" name="Text 19"/>
          <p:cNvSpPr/>
          <p:nvPr/>
        </p:nvSpPr>
        <p:spPr>
          <a:xfrm>
            <a:off x="1965960" y="3749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输出设计文档到 docs/superpowers/specs/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286000" cy="2286000"/>
          </a:xfrm>
          <a:prstGeom prst="oval">
            <a:avLst/>
          </a:prstGeom>
          <a:solidFill>
            <a:srgbClr val="7FDBC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1828800" cy="1828800"/>
          </a:xfrm>
          <a:prstGeom prst="oval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4114800"/>
            <a:ext cx="1371600" cy="1371600"/>
          </a:xfrm>
          <a:prstGeom prst="oval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第二节课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777240"/>
            <a:ext cx="786384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塔防游戏完整开发实操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5087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00200" y="155448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15087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设置开发环境（8082端口、Trae 工作区）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21945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22min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00200" y="224028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1920240" y="21945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核心功能实现（4阶段开发流程）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8803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10min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00200" y="292608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8" name="Text 16"/>
          <p:cNvSpPr/>
          <p:nvPr/>
        </p:nvSpPr>
        <p:spPr>
          <a:xfrm>
            <a:off x="1920240" y="28803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调试与验证技巧（Playwright MCP）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5661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10min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600200" y="3611880"/>
            <a:ext cx="228600" cy="22860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356616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扩展功能演示（得分、塔升级、音效）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1828800" cy="1828800"/>
          </a:xfrm>
          <a:prstGeom prst="oval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F8FAF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第二节课 22min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7863840" cy="3657600"/>
          </a:xfrm>
          <a:prstGeom prst="rectangle">
            <a:avLst/>
          </a:prstGeom>
          <a:solidFill>
            <a:srgbClr val="1E293B"/>
          </a:solidFill>
          <a:ln/>
          <a:effectLst>
            <a:outerShdw sx="100000" sy="100000" kx="0" ky="0" algn="bl" rotWithShape="0" blurRad="127000" dist="508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核心功能实现 4 阶段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645920"/>
                <a:gridCol w="51206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阶段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BC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功能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BCA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8FAFC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AI 协作方式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DBCA">
                        <a:alpha val="15000"/>
                      </a:srgbClr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1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游戏场景与地图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单次提示词创建基础场景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2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敌人系统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描述敌人行为 → AI 实现 → 迭代调整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3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塔放置系统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分步实现：点击放置 → 验证 → 添加攻击逻辑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4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攻击与伤害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Nunito" pitchFamily="34" charset="0"/>
                          <a:ea typeface="Nunito" pitchFamily="34" charset="-122"/>
                          <a:cs typeface="Nunito" pitchFamily="34" charset="-120"/>
                        </a:rPr>
                        <a:t>描述攻击机制 → AI 实现碰撞检测</a:t>
                      </a:r>
                      <a:endParaRPr lang="en-US" sz="1200" dirty="0">
                        <a:latin typeface="Nunito" charset="0"/>
                        <a:ea typeface="Nunito" charset="0"/>
                        <a:cs typeface="Nunito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每阶段：提示词 → AI生成 → 运行验证 → 迭代优化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43200"/>
            <a:ext cx="1828800" cy="1828800"/>
          </a:xfrm>
          <a:prstGeom prst="oval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第二节课 10min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777240"/>
            <a:ext cx="786384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调试与验证技巧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6949440" cy="164592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Playwright MCP：浏览器自动化测试游戏交互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常见问题：敌人不动？塔不攻击？子弹不碰撞？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systematic-debugging：AI 辅助系统化排查问题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verification-before-completion：验证功能完整性再标记完成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3200400"/>
            <a:ext cx="7315200" cy="822960"/>
          </a:xfrm>
          <a:prstGeom prst="rectangle">
            <a:avLst/>
          </a:prstGeom>
          <a:solidFill>
            <a:srgbClr val="0D1117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3246120"/>
            <a:ext cx="7132320" cy="73152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调试提示词示例</a:t>
            </a:r>
            <a:pPr algn="l"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
</a:t>
            </a:r>
            <a:pPr algn="l" indent="0" marL="0">
              <a:buNone/>
            </a:pPr>
            <a:r>
              <a:rPr lang="en-US" sz="13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/systematic-debugging</a:t>
            </a:r>
            <a:pPr algn="l" indent="0" marL="0">
              <a:buNone/>
            </a:pPr>
            <a:r>
              <a:rPr lang="en-US" sz="1300" dirty="0">
                <a:solidFill>
                  <a:srgbClr val="7FDB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敌人不沿路径移动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286000" cy="2286000"/>
          </a:xfrm>
          <a:prstGeom prst="oval">
            <a:avLst/>
          </a:prstGeom>
          <a:solidFill>
            <a:srgbClr val="7FDBC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1828800" cy="1828800"/>
          </a:xfrm>
          <a:prstGeom prst="oval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4114800"/>
            <a:ext cx="1371600" cy="1371600"/>
          </a:xfrm>
          <a:prstGeom prst="oval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60120" y="228600"/>
            <a:ext cx="1188720" cy="274320"/>
          </a:xfrm>
          <a:prstGeom prst="roundedRect">
            <a:avLst>
              <a:gd name="adj" fmla="val 50000"/>
            </a:avLst>
          </a:prstGeom>
          <a:solidFill>
            <a:srgbClr val="A855F7">
              <a:alpha val="1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86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第二节课 10min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777240"/>
            <a:ext cx="786384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914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扩展功能演示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展示 AI 协作的迭代扩展能力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0" y="1920240"/>
            <a:ext cx="411480" cy="411480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48840" y="23774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得分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0" y="1920240"/>
            <a:ext cx="411480" cy="41148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⬆️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63240" y="23774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升级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0" y="1920240"/>
            <a:ext cx="411480" cy="411480"/>
          </a:xfrm>
          <a:prstGeom prst="oval">
            <a:avLst/>
          </a:prstGeom>
          <a:solidFill>
            <a:srgbClr val="A855F7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77640" y="23774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多塔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1920240"/>
            <a:ext cx="411480" cy="411480"/>
          </a:xfrm>
          <a:prstGeom prst="oval">
            <a:avLst/>
          </a:prstGeom>
          <a:solidFill>
            <a:srgbClr val="FF6B6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920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92040" y="23774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音效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2834640"/>
            <a:ext cx="6949440" cy="128016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得分与金币系统：单次提示词添加游戏 UI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塔升级机制：描述升级逻辑 → AI 实现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多种塔类型：扩展不同攻击效果的塔</a:t>
            </a:r>
            <a:endParaRPr lang="en-US" sz="130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音效与动画：添加爆炸效果、攻击音效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274320"/>
            <a:ext cx="2286000" cy="2286000"/>
          </a:xfrm>
          <a:prstGeom prst="oval">
            <a:avLst/>
          </a:prstGeom>
          <a:solidFill>
            <a:srgbClr val="7FDBC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1828800" cy="1828800"/>
          </a:xfrm>
          <a:prstGeom prst="oval">
            <a:avLst/>
          </a:prstGeom>
          <a:solidFill>
            <a:srgbClr val="FF6B6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4114800"/>
            <a:ext cx="1371600" cy="1371600"/>
          </a:xfrm>
          <a:prstGeom prst="oval">
            <a:avLst/>
          </a:prstGeom>
          <a:solidFill>
            <a:srgbClr val="A855F7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731520"/>
            <a:ext cx="5486400" cy="3657600"/>
          </a:xfrm>
          <a:prstGeom prst="rectangle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0" y="868680"/>
            <a:ext cx="320040" cy="320040"/>
          </a:xfrm>
          <a:prstGeom prst="oval">
            <a:avLst/>
          </a:prstGeom>
          <a:solidFill>
            <a:srgbClr val="7FDBCA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868680"/>
            <a:ext cx="320040" cy="320040"/>
          </a:xfrm>
          <a:prstGeom prst="oval">
            <a:avLst/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333756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31920" y="868680"/>
            <a:ext cx="320040" cy="320040"/>
          </a:xfrm>
          <a:prstGeom prst="oval">
            <a:avLst/>
          </a:prstGeom>
          <a:solidFill>
            <a:srgbClr val="A855F7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0" y="868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🎮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课程总结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286000" y="1920240"/>
            <a:ext cx="4572000" cy="1645920"/>
          </a:xfrm>
          <a:prstGeom prst="rect">
            <a:avLst/>
          </a:prstGeom>
          <a:noFill/>
          <a:ln/>
        </p:spPr>
        <p:txBody>
          <a:bodyPr wrap="square" lIns="50800" tIns="0" rIns="0" bIns="50800" rtlCol="0" anchor="ctr"/>
          <a:lstStyle/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game-engine skill：Phaser 游戏开发知识库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AI 协作流程：brainstorming → planning → execution → verification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迭代优化：分阶段开发，逐步验证完善</a:t>
            </a:r>
            <a:endParaRPr lang="en-US" sz="1300" dirty="0"/>
          </a:p>
          <a:p>
            <a:pPr marL="342900" indent="-342900">
              <a:lnSpc>
                <a:spcPct val="14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产出：可运行的塔防游戏原型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60320" y="3566160"/>
            <a:ext cx="4023360" cy="411480"/>
          </a:xfrm>
          <a:prstGeom prst="roundedRect">
            <a:avLst>
              <a:gd name="adj" fmla="val 44444"/>
            </a:avLst>
          </a:prstGeom>
          <a:solidFill>
            <a:srgbClr val="7FDBCA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0" y="35661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✅ 恭喜完成 AI + Phaser 游戏开发课程！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+ Phaser 游戏开发实战</dc:title>
  <dc:subject>PptxGenJS Presentation</dc:subject>
  <dc:creator>AI + Phaser Course</dc:creator>
  <cp:lastModifiedBy>AI + Phaser Course</cp:lastModifiedBy>
  <cp:revision>1</cp:revision>
  <dcterms:created xsi:type="dcterms:W3CDTF">2026-04-23T07:12:06Z</dcterms:created>
  <dcterms:modified xsi:type="dcterms:W3CDTF">2026-04-23T07:12:06Z</dcterms:modified>
</cp:coreProperties>
</file>